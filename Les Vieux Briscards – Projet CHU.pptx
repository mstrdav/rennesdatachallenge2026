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1"/>
  </p:notesMasterIdLst>
  <p:handoutMasterIdLst>
    <p:handoutMasterId r:id="rId12"/>
  </p:handoutMasterIdLst>
  <p:sldIdLst>
    <p:sldId id="314" r:id="rId5"/>
    <p:sldId id="327" r:id="rId6"/>
    <p:sldId id="320" r:id="rId7"/>
    <p:sldId id="321" r:id="rId8"/>
    <p:sldId id="324" r:id="rId9"/>
    <p:sldId id="32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F14DE-187A-4151-B2FE-A611EC30D4E2}" v="34" dt="2026-01-17T10:37:15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95388" autoAdjust="0"/>
  </p:normalViewPr>
  <p:slideViewPr>
    <p:cSldViewPr snapToGrid="0">
      <p:cViewPr varScale="1">
        <p:scale>
          <a:sx n="116" d="100"/>
          <a:sy n="116" d="100"/>
        </p:scale>
        <p:origin x="102" y="21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Jaouen" userId="cabd5754c12dec3f" providerId="LiveId" clId="{09BDDB96-E9DC-45DE-A17D-83821F90735A}"/>
    <pc:docChg chg="undo custSel addSld delSld modSld">
      <pc:chgData name="Denis Jaouen" userId="cabd5754c12dec3f" providerId="LiveId" clId="{09BDDB96-E9DC-45DE-A17D-83821F90735A}" dt="2026-01-17T10:37:36.643" v="2472" actId="1076"/>
      <pc:docMkLst>
        <pc:docMk/>
      </pc:docMkLst>
      <pc:sldChg chg="del">
        <pc:chgData name="Denis Jaouen" userId="cabd5754c12dec3f" providerId="LiveId" clId="{09BDDB96-E9DC-45DE-A17D-83821F90735A}" dt="2026-01-17T09:40:22.207" v="2015" actId="47"/>
        <pc:sldMkLst>
          <pc:docMk/>
          <pc:sldMk cId="769932640" sldId="309"/>
        </pc:sldMkLst>
      </pc:sldChg>
      <pc:sldChg chg="addSp modSp mod">
        <pc:chgData name="Denis Jaouen" userId="cabd5754c12dec3f" providerId="LiveId" clId="{09BDDB96-E9DC-45DE-A17D-83821F90735A}" dt="2026-01-17T10:09:28.700" v="2048" actId="20577"/>
        <pc:sldMkLst>
          <pc:docMk/>
          <pc:sldMk cId="2945390068" sldId="314"/>
        </pc:sldMkLst>
        <pc:spChg chg="mod">
          <ac:chgData name="Denis Jaouen" userId="cabd5754c12dec3f" providerId="LiveId" clId="{09BDDB96-E9DC-45DE-A17D-83821F90735A}" dt="2026-01-17T09:39:59.622" v="2012" actId="790"/>
          <ac:spMkLst>
            <pc:docMk/>
            <pc:sldMk cId="2945390068" sldId="314"/>
            <ac:spMk id="2" creationId="{35440D96-BFFB-05BD-30ED-0352500CD058}"/>
          </ac:spMkLst>
        </pc:spChg>
        <pc:spChg chg="add mod">
          <ac:chgData name="Denis Jaouen" userId="cabd5754c12dec3f" providerId="LiveId" clId="{09BDDB96-E9DC-45DE-A17D-83821F90735A}" dt="2026-01-17T08:49:27.798" v="124"/>
          <ac:spMkLst>
            <pc:docMk/>
            <pc:sldMk cId="2945390068" sldId="314"/>
            <ac:spMk id="3" creationId="{7CDAFC4B-51FE-62EC-3262-A254B7E0FC84}"/>
          </ac:spMkLst>
        </pc:spChg>
        <pc:spChg chg="add mod">
          <ac:chgData name="Denis Jaouen" userId="cabd5754c12dec3f" providerId="LiveId" clId="{09BDDB96-E9DC-45DE-A17D-83821F90735A}" dt="2026-01-17T10:09:28.700" v="2048" actId="20577"/>
          <ac:spMkLst>
            <pc:docMk/>
            <pc:sldMk cId="2945390068" sldId="314"/>
            <ac:spMk id="4" creationId="{53FEBB22-396A-56C2-BE53-87F1FB0D26D2}"/>
          </ac:spMkLst>
        </pc:spChg>
      </pc:sldChg>
      <pc:sldChg chg="addSp delSp modSp mod">
        <pc:chgData name="Denis Jaouen" userId="cabd5754c12dec3f" providerId="LiveId" clId="{09BDDB96-E9DC-45DE-A17D-83821F90735A}" dt="2026-01-17T10:33:34.849" v="2452" actId="20577"/>
        <pc:sldMkLst>
          <pc:docMk/>
          <pc:sldMk cId="430403476" sldId="320"/>
        </pc:sldMkLst>
        <pc:spChg chg="mod">
          <ac:chgData name="Denis Jaouen" userId="cabd5754c12dec3f" providerId="LiveId" clId="{09BDDB96-E9DC-45DE-A17D-83821F90735A}" dt="2026-01-17T10:33:34.849" v="2452" actId="20577"/>
          <ac:spMkLst>
            <pc:docMk/>
            <pc:sldMk cId="430403476" sldId="320"/>
            <ac:spMk id="2" creationId="{F992D586-3F7C-3202-E4F4-1F65B9A7D428}"/>
          </ac:spMkLst>
        </pc:spChg>
        <pc:spChg chg="mod">
          <ac:chgData name="Denis Jaouen" userId="cabd5754c12dec3f" providerId="LiveId" clId="{09BDDB96-E9DC-45DE-A17D-83821F90735A}" dt="2026-01-17T10:32:42.985" v="2429" actId="20577"/>
          <ac:spMkLst>
            <pc:docMk/>
            <pc:sldMk cId="430403476" sldId="320"/>
            <ac:spMk id="3" creationId="{375DADF2-8E4D-6C0E-0FA2-C5228AF29C1D}"/>
          </ac:spMkLst>
        </pc:spChg>
        <pc:spChg chg="del mod">
          <ac:chgData name="Denis Jaouen" userId="cabd5754c12dec3f" providerId="LiveId" clId="{09BDDB96-E9DC-45DE-A17D-83821F90735A}" dt="2026-01-17T09:38:09.229" v="1931" actId="478"/>
          <ac:spMkLst>
            <pc:docMk/>
            <pc:sldMk cId="430403476" sldId="320"/>
            <ac:spMk id="4" creationId="{2CFADA2D-CE7A-511E-45B9-EAF4FA520E34}"/>
          </ac:spMkLst>
        </pc:spChg>
        <pc:spChg chg="add del mod">
          <ac:chgData name="Denis Jaouen" userId="cabd5754c12dec3f" providerId="LiveId" clId="{09BDDB96-E9DC-45DE-A17D-83821F90735A}" dt="2026-01-17T09:38:12.531" v="1932" actId="478"/>
          <ac:spMkLst>
            <pc:docMk/>
            <pc:sldMk cId="430403476" sldId="320"/>
            <ac:spMk id="7" creationId="{6F4CC10D-0B27-B5AD-65E7-4A6CF965B467}"/>
          </ac:spMkLst>
        </pc:spChg>
      </pc:sldChg>
      <pc:sldChg chg="addSp delSp modSp mod">
        <pc:chgData name="Denis Jaouen" userId="cabd5754c12dec3f" providerId="LiveId" clId="{09BDDB96-E9DC-45DE-A17D-83821F90735A}" dt="2026-01-17T10:15:41.673" v="2053" actId="27636"/>
        <pc:sldMkLst>
          <pc:docMk/>
          <pc:sldMk cId="569699605" sldId="321"/>
        </pc:sldMkLst>
        <pc:spChg chg="mod">
          <ac:chgData name="Denis Jaouen" userId="cabd5754c12dec3f" providerId="LiveId" clId="{09BDDB96-E9DC-45DE-A17D-83821F90735A}" dt="2026-01-17T09:39:38.951" v="2011" actId="1076"/>
          <ac:spMkLst>
            <pc:docMk/>
            <pc:sldMk cId="569699605" sldId="321"/>
            <ac:spMk id="2" creationId="{6DBDB0AE-5ADD-1975-6BDD-38608925072A}"/>
          </ac:spMkLst>
        </pc:spChg>
        <pc:spChg chg="mod">
          <ac:chgData name="Denis Jaouen" userId="cabd5754c12dec3f" providerId="LiveId" clId="{09BDDB96-E9DC-45DE-A17D-83821F90735A}" dt="2026-01-17T10:15:41.673" v="2053" actId="27636"/>
          <ac:spMkLst>
            <pc:docMk/>
            <pc:sldMk cId="569699605" sldId="321"/>
            <ac:spMk id="4" creationId="{701C2F4A-ABC8-39B2-B7BB-36C02B7A4540}"/>
          </ac:spMkLst>
        </pc:spChg>
        <pc:spChg chg="del mod">
          <ac:chgData name="Denis Jaouen" userId="cabd5754c12dec3f" providerId="LiveId" clId="{09BDDB96-E9DC-45DE-A17D-83821F90735A}" dt="2026-01-17T08:43:10.801" v="104"/>
          <ac:spMkLst>
            <pc:docMk/>
            <pc:sldMk cId="569699605" sldId="321"/>
            <ac:spMk id="8" creationId="{6EA04A20-A602-7107-1E44-5071B80BD87E}"/>
          </ac:spMkLst>
        </pc:spChg>
        <pc:spChg chg="mod">
          <ac:chgData name="Denis Jaouen" userId="cabd5754c12dec3f" providerId="LiveId" clId="{09BDDB96-E9DC-45DE-A17D-83821F90735A}" dt="2026-01-17T08:58:52.314" v="219" actId="27636"/>
          <ac:spMkLst>
            <pc:docMk/>
            <pc:sldMk cId="569699605" sldId="321"/>
            <ac:spMk id="9" creationId="{167F301B-52B5-E2A5-F087-B6D0F2B3AD58}"/>
          </ac:spMkLst>
        </pc:spChg>
        <pc:spChg chg="add mod">
          <ac:chgData name="Denis Jaouen" userId="cabd5754c12dec3f" providerId="LiveId" clId="{09BDDB96-E9DC-45DE-A17D-83821F90735A}" dt="2026-01-17T08:59:46.076" v="229" actId="27636"/>
          <ac:spMkLst>
            <pc:docMk/>
            <pc:sldMk cId="569699605" sldId="321"/>
            <ac:spMk id="10" creationId="{B307C526-F449-5ADA-8424-E25CD0581F68}"/>
          </ac:spMkLst>
        </pc:spChg>
        <pc:spChg chg="add del mod">
          <ac:chgData name="Denis Jaouen" userId="cabd5754c12dec3f" providerId="LiveId" clId="{09BDDB96-E9DC-45DE-A17D-83821F90735A}" dt="2026-01-17T08:55:11.455" v="208"/>
          <ac:spMkLst>
            <pc:docMk/>
            <pc:sldMk cId="569699605" sldId="321"/>
            <ac:spMk id="12" creationId="{81F724E1-D68E-8EC0-C67E-0D5C0097C467}"/>
          </ac:spMkLst>
        </pc:spChg>
        <pc:spChg chg="add del mod">
          <ac:chgData name="Denis Jaouen" userId="cabd5754c12dec3f" providerId="LiveId" clId="{09BDDB96-E9DC-45DE-A17D-83821F90735A}" dt="2026-01-17T08:58:36.316" v="212" actId="22"/>
          <ac:spMkLst>
            <pc:docMk/>
            <pc:sldMk cId="569699605" sldId="321"/>
            <ac:spMk id="15" creationId="{CE1EA32C-9FA3-1EDD-8071-D2429232AED9}"/>
          </ac:spMkLst>
        </pc:spChg>
        <pc:graphicFrameChg chg="add del mod">
          <ac:chgData name="Denis Jaouen" userId="cabd5754c12dec3f" providerId="LiveId" clId="{09BDDB96-E9DC-45DE-A17D-83821F90735A}" dt="2026-01-17T08:56:16.795" v="211" actId="478"/>
          <ac:graphicFrameMkLst>
            <pc:docMk/>
            <pc:sldMk cId="569699605" sldId="321"/>
            <ac:graphicFrameMk id="13" creationId="{412600C4-5AEE-7A3B-F5A5-D1309020111F}"/>
          </ac:graphicFrameMkLst>
        </pc:graphicFrameChg>
        <pc:picChg chg="del">
          <ac:chgData name="Denis Jaouen" userId="cabd5754c12dec3f" providerId="LiveId" clId="{09BDDB96-E9DC-45DE-A17D-83821F90735A}" dt="2026-01-17T08:43:25.498" v="105" actId="21"/>
          <ac:picMkLst>
            <pc:docMk/>
            <pc:sldMk cId="569699605" sldId="321"/>
            <ac:picMk id="7" creationId="{29F6AAD4-203A-BA03-2886-2DF3AE8B9685}"/>
          </ac:picMkLst>
        </pc:picChg>
        <pc:picChg chg="add mod ord">
          <ac:chgData name="Denis Jaouen" userId="cabd5754c12dec3f" providerId="LiveId" clId="{09BDDB96-E9DC-45DE-A17D-83821F90735A}" dt="2026-01-17T08:59:12.540" v="226" actId="1076"/>
          <ac:picMkLst>
            <pc:docMk/>
            <pc:sldMk cId="569699605" sldId="321"/>
            <ac:picMk id="17" creationId="{D2202AAF-0554-6FAE-A0B8-D963584B0AFC}"/>
          </ac:picMkLst>
        </pc:picChg>
      </pc:sldChg>
      <pc:sldChg chg="addSp delSp modSp mod">
        <pc:chgData name="Denis Jaouen" userId="cabd5754c12dec3f" providerId="LiveId" clId="{09BDDB96-E9DC-45DE-A17D-83821F90735A}" dt="2026-01-17T10:34:08.630" v="2458" actId="790"/>
        <pc:sldMkLst>
          <pc:docMk/>
          <pc:sldMk cId="2398406067" sldId="324"/>
        </pc:sldMkLst>
        <pc:spChg chg="mod">
          <ac:chgData name="Denis Jaouen" userId="cabd5754c12dec3f" providerId="LiveId" clId="{09BDDB96-E9DC-45DE-A17D-83821F90735A}" dt="2026-01-17T10:33:52.140" v="2453" actId="1076"/>
          <ac:spMkLst>
            <pc:docMk/>
            <pc:sldMk cId="2398406067" sldId="324"/>
            <ac:spMk id="2" creationId="{B4386DBB-D0DC-05D4-788C-E10EEF6B4A91}"/>
          </ac:spMkLst>
        </pc:spChg>
        <pc:spChg chg="mod">
          <ac:chgData name="Denis Jaouen" userId="cabd5754c12dec3f" providerId="LiveId" clId="{09BDDB96-E9DC-45DE-A17D-83821F90735A}" dt="2026-01-17T10:33:04.405" v="2439" actId="1076"/>
          <ac:spMkLst>
            <pc:docMk/>
            <pc:sldMk cId="2398406067" sldId="324"/>
            <ac:spMk id="3" creationId="{F0E41F64-E350-1F21-8A57-E740F48F3132}"/>
          </ac:spMkLst>
        </pc:spChg>
        <pc:spChg chg="del">
          <ac:chgData name="Denis Jaouen" userId="cabd5754c12dec3f" providerId="LiveId" clId="{09BDDB96-E9DC-45DE-A17D-83821F90735A}" dt="2026-01-17T09:32:24.508" v="1635" actId="478"/>
          <ac:spMkLst>
            <pc:docMk/>
            <pc:sldMk cId="2398406067" sldId="324"/>
            <ac:spMk id="4" creationId="{3735AC68-D86C-E73B-5402-F22C9F54DC0C}"/>
          </ac:spMkLst>
        </pc:spChg>
        <pc:spChg chg="add del mod">
          <ac:chgData name="Denis Jaouen" userId="cabd5754c12dec3f" providerId="LiveId" clId="{09BDDB96-E9DC-45DE-A17D-83821F90735A}" dt="2026-01-17T09:32:26.142" v="1636" actId="478"/>
          <ac:spMkLst>
            <pc:docMk/>
            <pc:sldMk cId="2398406067" sldId="324"/>
            <ac:spMk id="7" creationId="{C1066FBA-90E1-9190-2BB3-3ACD81699E27}"/>
          </ac:spMkLst>
        </pc:spChg>
        <pc:spChg chg="add mod">
          <ac:chgData name="Denis Jaouen" userId="cabd5754c12dec3f" providerId="LiveId" clId="{09BDDB96-E9DC-45DE-A17D-83821F90735A}" dt="2026-01-17T10:34:08.630" v="2458" actId="790"/>
          <ac:spMkLst>
            <pc:docMk/>
            <pc:sldMk cId="2398406067" sldId="324"/>
            <ac:spMk id="8" creationId="{C15AE219-23A0-1672-94F6-6B050D65F373}"/>
          </ac:spMkLst>
        </pc:spChg>
        <pc:spChg chg="add mod">
          <ac:chgData name="Denis Jaouen" userId="cabd5754c12dec3f" providerId="LiveId" clId="{09BDDB96-E9DC-45DE-A17D-83821F90735A}" dt="2026-01-17T10:34:01.153" v="2457" actId="27636"/>
          <ac:spMkLst>
            <pc:docMk/>
            <pc:sldMk cId="2398406067" sldId="324"/>
            <ac:spMk id="9" creationId="{2AE75FB6-5C23-9887-42FF-D7ECCA82BDC7}"/>
          </ac:spMkLst>
        </pc:spChg>
      </pc:sldChg>
      <pc:sldChg chg="addSp delSp modSp mod">
        <pc:chgData name="Denis Jaouen" userId="cabd5754c12dec3f" providerId="LiveId" clId="{09BDDB96-E9DC-45DE-A17D-83821F90735A}" dt="2026-01-17T10:37:36.643" v="2472" actId="1076"/>
        <pc:sldMkLst>
          <pc:docMk/>
          <pc:sldMk cId="3006998189" sldId="327"/>
        </pc:sldMkLst>
        <pc:spChg chg="mod">
          <ac:chgData name="Denis Jaouen" userId="cabd5754c12dec3f" providerId="LiveId" clId="{09BDDB96-E9DC-45DE-A17D-83821F90735A}" dt="2026-01-17T09:40:14.620" v="2014" actId="790"/>
          <ac:spMkLst>
            <pc:docMk/>
            <pc:sldMk cId="3006998189" sldId="327"/>
            <ac:spMk id="2" creationId="{58BC803E-1C88-0386-9F4B-1BBDD687D754}"/>
          </ac:spMkLst>
        </pc:spChg>
        <pc:spChg chg="del">
          <ac:chgData name="Denis Jaouen" userId="cabd5754c12dec3f" providerId="LiveId" clId="{09BDDB96-E9DC-45DE-A17D-83821F90735A}" dt="2026-01-17T10:37:09.700" v="2465" actId="478"/>
          <ac:spMkLst>
            <pc:docMk/>
            <pc:sldMk cId="3006998189" sldId="327"/>
            <ac:spMk id="4" creationId="{E140E001-494F-35EB-5842-B0800F42B832}"/>
          </ac:spMkLst>
        </pc:spChg>
        <pc:spChg chg="add">
          <ac:chgData name="Denis Jaouen" userId="cabd5754c12dec3f" providerId="LiveId" clId="{09BDDB96-E9DC-45DE-A17D-83821F90735A}" dt="2026-01-17T10:36:46.769" v="2459"/>
          <ac:spMkLst>
            <pc:docMk/>
            <pc:sldMk cId="3006998189" sldId="327"/>
            <ac:spMk id="6" creationId="{ACAAD8B7-C779-5EC4-7AE2-5D34D5F5EBC6}"/>
          </ac:spMkLst>
        </pc:spChg>
        <pc:spChg chg="add mod">
          <ac:chgData name="Denis Jaouen" userId="cabd5754c12dec3f" providerId="LiveId" clId="{09BDDB96-E9DC-45DE-A17D-83821F90735A}" dt="2026-01-17T10:37:05.160" v="2462" actId="14100"/>
          <ac:spMkLst>
            <pc:docMk/>
            <pc:sldMk cId="3006998189" sldId="327"/>
            <ac:spMk id="7" creationId="{716521C2-A904-3406-F86C-90815E24C0E1}"/>
          </ac:spMkLst>
        </pc:spChg>
        <pc:spChg chg="add mod">
          <ac:chgData name="Denis Jaouen" userId="cabd5754c12dec3f" providerId="LiveId" clId="{09BDDB96-E9DC-45DE-A17D-83821F90735A}" dt="2026-01-17T10:37:08.038" v="2464"/>
          <ac:spMkLst>
            <pc:docMk/>
            <pc:sldMk cId="3006998189" sldId="327"/>
            <ac:spMk id="8" creationId="{68D1E515-A879-B2A7-DF53-2D5B30CF8F8D}"/>
          </ac:spMkLst>
        </pc:spChg>
        <pc:spChg chg="add del mod">
          <ac:chgData name="Denis Jaouen" userId="cabd5754c12dec3f" providerId="LiveId" clId="{09BDDB96-E9DC-45DE-A17D-83821F90735A}" dt="2026-01-17T10:37:11.385" v="2466"/>
          <ac:spMkLst>
            <pc:docMk/>
            <pc:sldMk cId="3006998189" sldId="327"/>
            <ac:spMk id="10" creationId="{B9C098F2-1126-B743-6EAB-E3CEEDC179C7}"/>
          </ac:spMkLst>
        </pc:spChg>
        <pc:spChg chg="add del mod">
          <ac:chgData name="Denis Jaouen" userId="cabd5754c12dec3f" providerId="LiveId" clId="{09BDDB96-E9DC-45DE-A17D-83821F90735A}" dt="2026-01-17T10:37:13.077" v="2467" actId="478"/>
          <ac:spMkLst>
            <pc:docMk/>
            <pc:sldMk cId="3006998189" sldId="327"/>
            <ac:spMk id="11" creationId="{BCB98D9B-1934-9F4F-C662-B5E26024ED1F}"/>
          </ac:spMkLst>
        </pc:spChg>
        <pc:spChg chg="add mod">
          <ac:chgData name="Denis Jaouen" userId="cabd5754c12dec3f" providerId="LiveId" clId="{09BDDB96-E9DC-45DE-A17D-83821F90735A}" dt="2026-01-17T10:37:15.409" v="2469"/>
          <ac:spMkLst>
            <pc:docMk/>
            <pc:sldMk cId="3006998189" sldId="327"/>
            <ac:spMk id="12" creationId="{E1F35A39-5FE9-922F-D14B-3AF233E09379}"/>
          </ac:spMkLst>
        </pc:spChg>
        <pc:picChg chg="add mod">
          <ac:chgData name="Denis Jaouen" userId="cabd5754c12dec3f" providerId="LiveId" clId="{09BDDB96-E9DC-45DE-A17D-83821F90735A}" dt="2026-01-17T10:37:36.643" v="2472" actId="1076"/>
          <ac:picMkLst>
            <pc:docMk/>
            <pc:sldMk cId="3006998189" sldId="327"/>
            <ac:picMk id="14" creationId="{568058A4-9FDD-0729-8DF6-23B5C520F1FD}"/>
          </ac:picMkLst>
        </pc:picChg>
      </pc:sldChg>
      <pc:sldChg chg="modSp add mod">
        <pc:chgData name="Denis Jaouen" userId="cabd5754c12dec3f" providerId="LiveId" clId="{09BDDB96-E9DC-45DE-A17D-83821F90735A}" dt="2026-01-17T09:40:41.098" v="2031" actId="20577"/>
        <pc:sldMkLst>
          <pc:docMk/>
          <pc:sldMk cId="2177387759" sldId="328"/>
        </pc:sldMkLst>
        <pc:spChg chg="mod">
          <ac:chgData name="Denis Jaouen" userId="cabd5754c12dec3f" providerId="LiveId" clId="{09BDDB96-E9DC-45DE-A17D-83821F90735A}" dt="2026-01-17T09:40:41.098" v="2031" actId="20577"/>
          <ac:spMkLst>
            <pc:docMk/>
            <pc:sldMk cId="2177387759" sldId="328"/>
            <ac:spMk id="2" creationId="{9E1C97EB-3718-6D36-103B-170437260F7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A7BF-233C-8673-04B6-EE4D56F7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1AE00-2640-C359-5A3B-D71889D36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65AE9-32B5-97D3-881C-26F3E8CC9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EF20-73B1-EC71-2394-5DB061B7C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4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63B7-A7DC-8A34-1FF4-D7A92873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4AD7D-3496-8FB9-E640-63B37C71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53C6A-864C-9893-8582-ED1A8A763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AFE85-2F00-ACA7-4F2E-EE5A3570C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26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254" y="1145059"/>
            <a:ext cx="4448432" cy="2924433"/>
          </a:xfrm>
        </p:spPr>
        <p:txBody>
          <a:bodyPr>
            <a:normAutofit fontScale="90000"/>
          </a:bodyPr>
          <a:lstStyle/>
          <a:p>
            <a:pPr algn="ctr"/>
            <a:r>
              <a:rPr lang="fr-FR" noProof="0" dirty="0"/>
              <a:t>Projet CHU</a:t>
            </a:r>
            <a:br>
              <a:rPr lang="fr-FR" noProof="0" dirty="0"/>
            </a:br>
            <a:br>
              <a:rPr lang="fr-FR" noProof="0" dirty="0"/>
            </a:br>
            <a:r>
              <a:rPr lang="fr-FR" sz="3600" noProof="0" dirty="0"/>
              <a:t>Les Vieux Briscards :  cinq M1 et un rêve 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AFC4B-51FE-62EC-3262-A254B7E0FC84}"/>
              </a:ext>
            </a:extLst>
          </p:cNvPr>
          <p:cNvSpPr txBox="1"/>
          <p:nvPr/>
        </p:nvSpPr>
        <p:spPr>
          <a:xfrm>
            <a:off x="6096000" y="45225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FEBB22-396A-56C2-BE53-87F1FB0D26D2}"/>
              </a:ext>
            </a:extLst>
          </p:cNvPr>
          <p:cNvSpPr txBox="1">
            <a:spLocks/>
          </p:cNvSpPr>
          <p:nvPr/>
        </p:nvSpPr>
        <p:spPr>
          <a:xfrm>
            <a:off x="9152238" y="4580238"/>
            <a:ext cx="2924432" cy="1979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fr-FR" sz="2000" noProof="0" dirty="0"/>
            </a:br>
            <a:br>
              <a:rPr lang="fr-FR" sz="2000" noProof="0" dirty="0"/>
            </a:br>
            <a:r>
              <a:rPr lang="fr-FR" sz="2000" noProof="0" dirty="0" err="1"/>
              <a:t>Golivet</a:t>
            </a:r>
            <a:r>
              <a:rPr lang="fr-FR" sz="2000" noProof="0" dirty="0"/>
              <a:t> Gabriel</a:t>
            </a:r>
            <a:br>
              <a:rPr lang="fr-FR" sz="1000" noProof="0" dirty="0"/>
            </a:br>
            <a:r>
              <a:rPr lang="fr-FR" sz="2000" noProof="0" dirty="0"/>
              <a:t>Geindre Colin</a:t>
            </a:r>
            <a:br>
              <a:rPr lang="fr-FR" sz="2000" noProof="0" dirty="0"/>
            </a:br>
            <a:r>
              <a:rPr lang="fr-FR" sz="2000" noProof="0" dirty="0" err="1"/>
              <a:t>Bouquerel</a:t>
            </a:r>
            <a:r>
              <a:rPr lang="fr-FR" sz="2000" noProof="0" dirty="0"/>
              <a:t> Louis</a:t>
            </a:r>
            <a:br>
              <a:rPr lang="fr-FR" sz="2000" noProof="0" dirty="0"/>
            </a:br>
            <a:r>
              <a:rPr lang="fr-FR" sz="2000" noProof="0" dirty="0" err="1"/>
              <a:t>Hayoun</a:t>
            </a:r>
            <a:r>
              <a:rPr lang="fr-FR" sz="2000" noProof="0" dirty="0"/>
              <a:t> Alexandre</a:t>
            </a:r>
            <a:br>
              <a:rPr lang="fr-FR" sz="2000" noProof="0" dirty="0"/>
            </a:br>
            <a:r>
              <a:rPr lang="fr-FR" sz="2000" noProof="0" dirty="0"/>
              <a:t>Jaouen Denis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9139-6259-C775-9CB0-4E47D3E1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803E-1C88-0386-9F4B-1BBDD687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6"/>
            <a:ext cx="10439401" cy="1002356"/>
          </a:xfrm>
        </p:spPr>
        <p:txBody>
          <a:bodyPr/>
          <a:lstStyle/>
          <a:p>
            <a:r>
              <a:rPr lang="en-GB" dirty="0"/>
              <a:t>Les </a:t>
            </a:r>
            <a:r>
              <a:rPr lang="fr-FR" noProof="0" dirty="0"/>
              <a:t>achats</a:t>
            </a:r>
            <a:r>
              <a:rPr lang="en-GB" dirty="0"/>
              <a:t> courants  : </a:t>
            </a:r>
            <a:br>
              <a:rPr lang="en-GB" dirty="0"/>
            </a:br>
            <a:r>
              <a:rPr lang="en-GB" dirty="0"/>
              <a:t>		</a:t>
            </a:r>
            <a:r>
              <a:rPr lang="en-US" dirty="0"/>
              <a:t>Text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80C8-7BE1-3142-67F2-AD04052E72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/>
          <a:lstStyle/>
          <a:p>
            <a:r>
              <a:rPr lang="en-US" dirty="0"/>
              <a:t>Unique</a:t>
            </a:r>
          </a:p>
          <a:p>
            <a:r>
              <a:rPr lang="en-US" dirty="0"/>
              <a:t>First to market</a:t>
            </a:r>
          </a:p>
          <a:p>
            <a:r>
              <a:rPr lang="en-US" dirty="0"/>
              <a:t>Tested</a:t>
            </a:r>
          </a:p>
          <a:p>
            <a:r>
              <a:rPr lang="en-US" dirty="0"/>
              <a:t>Authentic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2C079-8EB2-1A72-D388-E5C4C4D55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CAAD8B7-C779-5EC4-7AE2-5D34D5F5E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16521C2-A904-3406-F86C-90815E24C0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8058A4-9FDD-0729-8DF6-23B5C520F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525" y="2798294"/>
            <a:ext cx="5283042" cy="29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98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180301"/>
          </a:xfrm>
        </p:spPr>
        <p:txBody>
          <a:bodyPr/>
          <a:lstStyle/>
          <a:p>
            <a:r>
              <a:rPr lang="en-GB" dirty="0"/>
              <a:t>Les </a:t>
            </a:r>
            <a:r>
              <a:rPr lang="fr-FR" dirty="0"/>
              <a:t>achats</a:t>
            </a:r>
            <a:r>
              <a:rPr lang="en-GB" dirty="0"/>
              <a:t> courants  : </a:t>
            </a:r>
            <a:br>
              <a:rPr lang="en-GB" dirty="0"/>
            </a:br>
            <a:r>
              <a:rPr lang="en-GB" dirty="0"/>
              <a:t>		</a:t>
            </a:r>
            <a:r>
              <a:rPr lang="en-US" dirty="0"/>
              <a:t>Text embedding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29932" y="1935891"/>
            <a:ext cx="8559115" cy="4154814"/>
          </a:xfrm>
        </p:spPr>
        <p:txBody>
          <a:bodyPr/>
          <a:lstStyle/>
          <a:p>
            <a:pPr marL="0" indent="0">
              <a:buNone/>
            </a:pPr>
            <a:endParaRPr lang="en-US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53" y="269371"/>
            <a:ext cx="8974535" cy="954778"/>
          </a:xfrm>
        </p:spPr>
        <p:txBody>
          <a:bodyPr>
            <a:normAutofit/>
          </a:bodyPr>
          <a:lstStyle/>
          <a:p>
            <a:r>
              <a:rPr lang="fr-FR" sz="2800" dirty="0"/>
              <a:t>carte interactive Des transports </a:t>
            </a:r>
            <a:r>
              <a:rPr lang="fr-FR" sz="2800" dirty="0" err="1"/>
              <a:t>POSSIBLEs</a:t>
            </a:r>
            <a:endParaRPr lang="en-GB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4939" y="1189442"/>
            <a:ext cx="5369627" cy="4784109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fr-FR" sz="2300" b="1" dirty="0"/>
              <a:t>Méthode</a:t>
            </a:r>
            <a:r>
              <a:rPr lang="fr-FR" sz="2300" dirty="0"/>
              <a:t> : </a:t>
            </a:r>
          </a:p>
          <a:p>
            <a:r>
              <a:rPr lang="fr-FR" dirty="0"/>
              <a:t>Données calculées depuis les centres géographiques des communes jusqu’aux deux Hôpitaux</a:t>
            </a:r>
          </a:p>
          <a:p>
            <a:r>
              <a:rPr lang="fr-FR" b="1" dirty="0"/>
              <a:t>Voiture</a:t>
            </a:r>
            <a:r>
              <a:rPr lang="fr-FR" dirty="0"/>
              <a:t> </a:t>
            </a:r>
          </a:p>
          <a:p>
            <a:pPr lvl="1"/>
            <a:r>
              <a:rPr lang="fr-FR" dirty="0" err="1"/>
              <a:t>GeoApify</a:t>
            </a:r>
            <a:endParaRPr lang="fr-FR" dirty="0"/>
          </a:p>
          <a:p>
            <a:r>
              <a:rPr lang="fr-FR" b="1" dirty="0"/>
              <a:t>Vélo</a:t>
            </a:r>
            <a:r>
              <a:rPr lang="fr-FR" dirty="0"/>
              <a:t> (1h30 maximum)</a:t>
            </a:r>
          </a:p>
          <a:p>
            <a:pPr lvl="1"/>
            <a:r>
              <a:rPr lang="fr-FR" dirty="0"/>
              <a:t>Distance à vol d’oiseau</a:t>
            </a:r>
          </a:p>
          <a:p>
            <a:r>
              <a:rPr lang="fr-FR" b="1" dirty="0"/>
              <a:t>Bus</a:t>
            </a:r>
            <a:r>
              <a:rPr lang="fr-FR" dirty="0"/>
              <a:t> (1h30 maximum)</a:t>
            </a:r>
          </a:p>
          <a:p>
            <a:pPr lvl="1"/>
            <a:r>
              <a:rPr lang="fr-FR" dirty="0"/>
              <a:t>Marche à pied jusqu’à l’abribus le plus proche (données réseau STAR)</a:t>
            </a:r>
          </a:p>
          <a:p>
            <a:pPr lvl="1"/>
            <a:r>
              <a:rPr lang="fr-FR" dirty="0"/>
              <a:t>Distance à vol d’oiseau de l’abribus le plus proche</a:t>
            </a:r>
          </a:p>
          <a:p>
            <a:r>
              <a:rPr lang="fr-FR" b="1" dirty="0"/>
              <a:t>Train</a:t>
            </a:r>
          </a:p>
          <a:p>
            <a:pPr lvl="1"/>
            <a:r>
              <a:rPr lang="fr-FR" dirty="0"/>
              <a:t>API SNCF </a:t>
            </a:r>
          </a:p>
          <a:p>
            <a:pPr marL="0" lvl="0" indent="0">
              <a:buNone/>
            </a:pPr>
            <a:r>
              <a:rPr lang="fr-FR" dirty="0"/>
              <a:t>Pistes d’amélioration : </a:t>
            </a:r>
          </a:p>
          <a:p>
            <a:r>
              <a:rPr lang="fr-FR" dirty="0"/>
              <a:t>Utiliser les centres de population</a:t>
            </a:r>
          </a:p>
          <a:p>
            <a:r>
              <a:rPr lang="fr-FR" dirty="0"/>
              <a:t>Utiliser l’API google </a:t>
            </a:r>
            <a:r>
              <a:rPr lang="fr-FR" dirty="0" err="1"/>
              <a:t>Maps</a:t>
            </a:r>
            <a:r>
              <a:rPr lang="fr-FR" dirty="0"/>
              <a:t> (distances exactes, vitesses de croisière des différentes lignes de Bus, …)</a:t>
            </a:r>
          </a:p>
          <a:p>
            <a:r>
              <a:rPr lang="fr-FR" dirty="0"/>
              <a:t>Considérer la multimodalité, le covoiturage, </a:t>
            </a:r>
            <a:r>
              <a:rPr lang="fr-FR" dirty="0" err="1"/>
              <a:t>etfc</a:t>
            </a:r>
            <a:r>
              <a:rPr lang="fr-FR" dirty="0"/>
              <a:t>.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67F301B-52B5-E2A5-F087-B6D0F2B3AD58}"/>
              </a:ext>
            </a:extLst>
          </p:cNvPr>
          <p:cNvSpPr txBox="1">
            <a:spLocks/>
          </p:cNvSpPr>
          <p:nvPr/>
        </p:nvSpPr>
        <p:spPr>
          <a:xfrm>
            <a:off x="2611396" y="2522207"/>
            <a:ext cx="9146058" cy="397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07C526-F449-5ADA-8424-E25CD0581F68}"/>
              </a:ext>
            </a:extLst>
          </p:cNvPr>
          <p:cNvSpPr txBox="1">
            <a:spLocks/>
          </p:cNvSpPr>
          <p:nvPr/>
        </p:nvSpPr>
        <p:spPr>
          <a:xfrm>
            <a:off x="527223" y="994734"/>
            <a:ext cx="10604156" cy="405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2202AAF-0554-6FAE-A0B8-D963584B0AF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829301" y="1400432"/>
            <a:ext cx="5049793" cy="43621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06" y="163346"/>
            <a:ext cx="9524998" cy="1107294"/>
          </a:xfrm>
        </p:spPr>
        <p:txBody>
          <a:bodyPr/>
          <a:lstStyle/>
          <a:p>
            <a:r>
              <a:rPr lang="fr-FR" noProof="0" dirty="0"/>
              <a:t>Flotte de Véhicules : </a:t>
            </a:r>
            <a:br>
              <a:rPr lang="fr-FR" noProof="0" dirty="0"/>
            </a:br>
            <a:r>
              <a:rPr lang="fr-FR" noProof="0" dirty="0"/>
              <a:t>	IA SCRAPEUSE de fiche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5220" y="1270640"/>
            <a:ext cx="9704175" cy="19319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</a:t>
            </a:r>
            <a:r>
              <a:rPr lang="fr-FR" noProof="0" dirty="0"/>
              <a:t> partir du libellé du véhicule, notre IA : </a:t>
            </a:r>
          </a:p>
          <a:p>
            <a:pPr marL="685800" lvl="1" indent="-457200">
              <a:buFont typeface="+mj-lt"/>
              <a:buAutoNum type="arabicPeriod"/>
            </a:pPr>
            <a:r>
              <a:rPr lang="fr-FR" noProof="0" dirty="0"/>
              <a:t>Irait sur un site de fiche technique de véhicule</a:t>
            </a:r>
          </a:p>
          <a:p>
            <a:pPr marL="685800" lvl="1" indent="-457200">
              <a:buFont typeface="+mj-lt"/>
              <a:buAutoNum type="arabicPeriod"/>
            </a:pPr>
            <a:r>
              <a:rPr lang="fr-FR" noProof="0" dirty="0"/>
              <a:t>Y trouverait la fiche correspondante et ferait du </a:t>
            </a:r>
            <a:r>
              <a:rPr lang="fr-FR" noProof="0" dirty="0" err="1"/>
              <a:t>scraping</a:t>
            </a:r>
            <a:r>
              <a:rPr lang="fr-FR" noProof="0" dirty="0"/>
              <a:t> pour récupérer les données de la fiche</a:t>
            </a:r>
          </a:p>
          <a:p>
            <a:pPr marL="685800" lvl="1" indent="-457200">
              <a:buFont typeface="+mj-lt"/>
              <a:buAutoNum type="arabicPeriod"/>
            </a:pPr>
            <a:r>
              <a:rPr lang="fr-FR" noProof="0" dirty="0"/>
              <a:t>Trouverait dans les données obtenues le poids et le type de véhicule</a:t>
            </a:r>
          </a:p>
          <a:p>
            <a:pPr marL="685800" lvl="1" indent="-457200">
              <a:buFont typeface="+mj-lt"/>
              <a:buAutoNum type="arabicPeriod"/>
            </a:pPr>
            <a:r>
              <a:rPr lang="fr-FR" noProof="0" dirty="0"/>
              <a:t>Rentrerait une estimation de la consommation carbone et le type du véhicule dans les données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5AE219-23A0-1672-94F6-6B050D65F373}"/>
              </a:ext>
            </a:extLst>
          </p:cNvPr>
          <p:cNvSpPr txBox="1">
            <a:spLocks/>
          </p:cNvSpPr>
          <p:nvPr/>
        </p:nvSpPr>
        <p:spPr>
          <a:xfrm>
            <a:off x="405706" y="3202551"/>
            <a:ext cx="10363201" cy="882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dispositifs médicaux </a:t>
            </a:r>
            <a:r>
              <a:rPr lang="en-GB" dirty="0"/>
              <a:t>– Embedding et NLP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E75FB6-5C23-9887-42FF-D7ECCA82BDC7}"/>
              </a:ext>
            </a:extLst>
          </p:cNvPr>
          <p:cNvSpPr txBox="1">
            <a:spLocks/>
          </p:cNvSpPr>
          <p:nvPr/>
        </p:nvSpPr>
        <p:spPr>
          <a:xfrm>
            <a:off x="914400" y="4183000"/>
            <a:ext cx="8559115" cy="10315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noProof="1"/>
              <a:t>Tout d’abord, une étape de </a:t>
            </a:r>
            <a:r>
              <a:rPr lang="fr-FR" dirty="0"/>
              <a:t>traitement du langage naturel pour </a:t>
            </a:r>
            <a:r>
              <a:rPr lang="fr-FR" noProof="1"/>
              <a:t>« diviser » les dispositifs en différents composants et matériaux </a:t>
            </a:r>
          </a:p>
          <a:p>
            <a:r>
              <a:rPr lang="fr-FR" noProof="1"/>
              <a:t>Puis utiliser les technique d’embedding dorénavant maitrisées pour établir le coût carbone de chaque composant d’un dispositif médical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C368-93EA-BBB8-C5DE-5DD9D2A1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97EB-3718-6D36-103B-17043726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254" y="1145059"/>
            <a:ext cx="4448432" cy="2924433"/>
          </a:xfrm>
        </p:spPr>
        <p:txBody>
          <a:bodyPr>
            <a:normAutofit/>
          </a:bodyPr>
          <a:lstStyle/>
          <a:p>
            <a:pPr algn="ctr"/>
            <a:r>
              <a:rPr lang="fr-FR" noProof="0" dirty="0"/>
              <a:t>C’est fini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5A915-C7FC-F22E-91E3-27B2C50E1991}"/>
              </a:ext>
            </a:extLst>
          </p:cNvPr>
          <p:cNvSpPr txBox="1"/>
          <p:nvPr/>
        </p:nvSpPr>
        <p:spPr>
          <a:xfrm>
            <a:off x="6096000" y="45225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C1868B-C38C-BA43-4145-3EC9077AAE1A}"/>
              </a:ext>
            </a:extLst>
          </p:cNvPr>
          <p:cNvSpPr txBox="1">
            <a:spLocks/>
          </p:cNvSpPr>
          <p:nvPr/>
        </p:nvSpPr>
        <p:spPr>
          <a:xfrm>
            <a:off x="9152238" y="4580238"/>
            <a:ext cx="2924432" cy="1979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fr-FR" sz="2000" noProof="0" dirty="0"/>
            </a:br>
            <a:br>
              <a:rPr lang="fr-FR" sz="2000" noProof="0" dirty="0"/>
            </a:br>
            <a:br>
              <a:rPr lang="fr-FR" sz="1000" noProof="0" dirty="0"/>
            </a:br>
            <a:r>
              <a:rPr lang="fr-FR" sz="2000" noProof="0" dirty="0"/>
              <a:t>Geindre Colin</a:t>
            </a:r>
            <a:br>
              <a:rPr lang="fr-FR" sz="2000" noProof="0" dirty="0"/>
            </a:br>
            <a:r>
              <a:rPr lang="fr-FR" sz="2000" noProof="0" dirty="0" err="1"/>
              <a:t>Bouquerel</a:t>
            </a:r>
            <a:r>
              <a:rPr lang="fr-FR" sz="2000" noProof="0" dirty="0"/>
              <a:t> Louis</a:t>
            </a:r>
            <a:br>
              <a:rPr lang="fr-FR" sz="2000" noProof="0" dirty="0"/>
            </a:br>
            <a:r>
              <a:rPr lang="fr-FR" sz="2000" noProof="0" dirty="0" err="1"/>
              <a:t>Hayoun</a:t>
            </a:r>
            <a:r>
              <a:rPr lang="fr-FR" sz="2000" noProof="0" dirty="0"/>
              <a:t> Alexandre</a:t>
            </a:r>
            <a:br>
              <a:rPr lang="fr-FR" sz="2000" noProof="0" dirty="0"/>
            </a:br>
            <a:r>
              <a:rPr lang="fr-FR" sz="2000" noProof="0" dirty="0"/>
              <a:t>Jaouen Denis</a:t>
            </a:r>
          </a:p>
        </p:txBody>
      </p:sp>
    </p:spTree>
    <p:extLst>
      <p:ext uri="{BB962C8B-B14F-4D97-AF65-F5344CB8AC3E}">
        <p14:creationId xmlns:p14="http://schemas.microsoft.com/office/powerpoint/2010/main" val="21773877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{C35878B2-7A16-4D99-8D92-20A4A2A98F53}TF44172dc5-d19e-4d2a-aaf3-e2c69a283fd81f4275d0_win32-950e754c5494</Template>
  <TotalTime>142</TotalTime>
  <Words>293</Words>
  <Application>Microsoft Office PowerPoint</Application>
  <PresentationFormat>Widescreen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Projet CHU  Les Vieux Briscards :  cinq M1 et un rêve  </vt:lpstr>
      <vt:lpstr>Les achats courants  :    Text embedding</vt:lpstr>
      <vt:lpstr>Les achats courants  :    Text embedding </vt:lpstr>
      <vt:lpstr>carte interactive Des transports POSSIBLEs</vt:lpstr>
      <vt:lpstr>Flotte de Véhicules :   IA SCRAPEUSE de fiche technique</vt:lpstr>
      <vt:lpstr>C’est fini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Jaouen</dc:creator>
  <cp:lastModifiedBy>Denis Jaouen</cp:lastModifiedBy>
  <cp:revision>1</cp:revision>
  <dcterms:created xsi:type="dcterms:W3CDTF">2026-01-17T08:15:28Z</dcterms:created>
  <dcterms:modified xsi:type="dcterms:W3CDTF">2026-01-17T10:37:43Z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